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0377" y="1463040"/>
            <a:ext cx="1181124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7365D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WORK REPORT</a:t>
            </a:r>
          </a:p>
          <a:p>
            <a:pPr algn="ctr">
              <a:defRPr sz="2200">
                <a:solidFill>
                  <a:srgbClr val="4E5E70"/>
                </a:solidFill>
              </a:defRPr>
            </a:pPr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Setup, Linux and Networking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069080"/>
            <a:ext cx="31746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C4B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Kunal Jain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ID: DG/15/OCT/CYBER/115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051" y="704760"/>
            <a:ext cx="46351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051" y="2206214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safe virtual lab with Kali Linux, Ubuntu, and Windows evaluation VMs.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Linux navigation, permissions, users/groups, processes, logs,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IP, MAC, DNS, DHCP, ports, OSI/TCP-IP, and core security concepts.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assigned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TryHackMe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rooms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OverTheWire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Bandit levels 0–10.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results using authentic screenshots, command output, and a network diagram.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840" y="827532"/>
            <a:ext cx="701159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Architecture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40" y="2151727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VMware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VMs: Kali Linux, Ubuntu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Host-only or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 Network.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VM list, adapter settings, IP configuration, connectivity tests, and clean snapshots.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intentionally vulnerable VMs off Bridged networking to reduce exposure to the physical 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42218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DG Interns HUB • Week 1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064"/>
            <a:ext cx="75513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Administration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2080708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three user accounts and two groups on Ubuntu.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shared folder and verify owner, group, and permissions.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find, grep,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ss -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tulpn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other core commands.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at least 30 commands with real output and a short explanation.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harmless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and verify that it ran.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04134"/>
            <a:ext cx="888256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Inventory and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60002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IP/prefix, default gateway, DNS servers, adapter mode, and date for each VM.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route, ping, traceroute/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tracepath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/dig.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Windows, use ipconfig /all, ping,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draw.io diagram with actual VM addresses and the virtual network.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blocked ping or traceroute results honestly; firewalls can filter diagnostic traffic.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53225"/>
            <a:ext cx="590841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51727"/>
            <a:ext cx="107899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CIA triad: confidentiality, integrity, availability.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analyst: monitor and investigate alerts; penetration tester: test within an authorized scope.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responder: contain, investigate, and recover from security incidents.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= potential cause of harm; vulnerability = weakness; exploit = method using a weakness; risk = likelihood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resolves names, DHCP leases network configuration, and ports identify service endpoints.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840" y="704760"/>
            <a:ext cx="693215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Platform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65914"/>
            <a:ext cx="107899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744"/>
                </a:solidFill>
                <a:latin typeface="Aptos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TryHackMe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Search Skills; Learning Cyber Security; Linux Fundamentals Part 1.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744"/>
                </a:solidFill>
                <a:latin typeface="Aptos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TryHackMe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networking rooms: What is Networking; Introductory Networking; Networking Concepts; Intro to LAN.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744"/>
                </a:solidFill>
                <a:latin typeface="Aptos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TryHackMe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Pyramid Of Pain.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744"/>
                </a:solidFill>
                <a:latin typeface="Aptos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OverTheWire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Bandit: levels 0–10, with a separate writeup per level.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[rooms completed / 8]; [highest Bandit level completed]. Never include Bandit passwords.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731520"/>
            <a:ext cx="65485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1040" y="2012576"/>
            <a:ext cx="10972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Notes: separate files for the theory topics.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Writeups: one file per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TryHackMe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room and Bandit level.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 VM screenshots, Linux practice evidence, network inventory/diagram, Bandit progress evidence.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Cheat Sheet: Linux Command – What It Does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to Use It.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outputs: PDF report, presentation, README, and shared Week 1 folder.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950976"/>
            <a:ext cx="558037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  <a:latin typeface="Aptos Display"/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78992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only systems you own or have explicit permission to assess.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scope and rules of engagement before any security testing.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isolated virtual networks for vulnerable labs.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publish passwords, private keys, tokens, or personal data.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744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[summarize verified learning and practical achievements].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884"/>
                </a:solidFill>
              </a:defRPr>
            </a:pPr>
            <a:r>
              <a:t>DG Interns HUB • Week 1 •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672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Jain</cp:lastModifiedBy>
  <cp:revision>5</cp:revision>
  <dcterms:created xsi:type="dcterms:W3CDTF">2013-01-27T09:14:16Z</dcterms:created>
  <dcterms:modified xsi:type="dcterms:W3CDTF">2026-10-23T16:28:37Z</dcterms:modified>
  <cp:category/>
</cp:coreProperties>
</file>